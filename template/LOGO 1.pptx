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3">
  <p:sldMasterIdLst>
    <p:sldMasterId id="2147483897" r:id="rId4"/>
  </p:sldMasterIdLst>
  <p:notesMasterIdLst>
    <p:notesMasterId r:id="rId6"/>
  </p:notesMasterIdLst>
  <p:sldIdLst>
    <p:sldId id="2147472389" r:id="rId5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0" userDrawn="1">
          <p15:clr>
            <a:srgbClr val="A4A3A4"/>
          </p15:clr>
        </p15:guide>
        <p15:guide id="11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8BFAD0E-D126-0B21-E88C-B3E470CA56D6}" name="Mezghani, Aicha" initials="MA" userId="S::amezghani@deloitte.tn::6645f79b-10a1-490d-a288-fae33370ebb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mli, Eya" initials="CE" lastIdx="4" clrIdx="0">
    <p:extLst>
      <p:ext uri="{19B8F6BF-5375-455C-9EA6-DF929625EA0E}">
        <p15:presenceInfo xmlns:p15="http://schemas.microsoft.com/office/powerpoint/2012/main" userId="S::echemli@deloitte.tn::6ae0bbc0-5a0b-429b-93c4-ee120de0d2a2" providerId="AD"/>
      </p:ext>
    </p:extLst>
  </p:cmAuthor>
  <p:cmAuthor id="2" name="Beltaief, Syrine" initials="BS" lastIdx="1" clrIdx="1">
    <p:extLst>
      <p:ext uri="{19B8F6BF-5375-455C-9EA6-DF929625EA0E}">
        <p15:presenceInfo xmlns:p15="http://schemas.microsoft.com/office/powerpoint/2012/main" userId="S::sbeltaief@deloitte.tn::922f183b-f5af-46a5-917c-b349879a5549" providerId="AD"/>
      </p:ext>
    </p:extLst>
  </p:cmAuthor>
  <p:cmAuthor id="3" name="Khedhiri, Yosra" initials="KY" lastIdx="1" clrIdx="2">
    <p:extLst>
      <p:ext uri="{19B8F6BF-5375-455C-9EA6-DF929625EA0E}">
        <p15:presenceInfo xmlns:p15="http://schemas.microsoft.com/office/powerpoint/2012/main" userId="S::ykhedhiri@deloitte.tn::40bf16a7-76fd-4b8a-8041-112e55723f1b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680"/>
    <a:srgbClr val="262626"/>
    <a:srgbClr val="EDEEEF"/>
    <a:srgbClr val="FFFFFF"/>
    <a:srgbClr val="E8F6CF"/>
    <a:srgbClr val="005D84"/>
    <a:srgbClr val="A7C595"/>
    <a:srgbClr val="FAFAFA"/>
    <a:srgbClr val="7F7F7F"/>
    <a:srgbClr val="DDEF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081485-21C1-486A-8DDC-07F18C3AF333}" v="112" dt="2026-05-25T14:31:43.470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92" autoAdjust="0"/>
  </p:normalViewPr>
  <p:slideViewPr>
    <p:cSldViewPr snapToGrid="0">
      <p:cViewPr varScale="1">
        <p:scale>
          <a:sx n="71" d="100"/>
          <a:sy n="71" d="100"/>
        </p:scale>
        <p:origin x="388" y="44"/>
      </p:cViewPr>
      <p:guideLst>
        <p:guide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rabet, Eya" userId="8e53b4d4-3967-4428-a8e9-b3379a446f07" providerId="ADAL" clId="{7F2974C0-109B-44AC-8B77-83DB0AB72117}"/>
    <pc:docChg chg="undo redo custSel addSld delSld modSld">
      <pc:chgData name="Mrabet, Eya" userId="8e53b4d4-3967-4428-a8e9-b3379a446f07" providerId="ADAL" clId="{7F2974C0-109B-44AC-8B77-83DB0AB72117}" dt="2026-05-25T14:31:43.470" v="121" actId="1037"/>
      <pc:docMkLst>
        <pc:docMk/>
      </pc:docMkLst>
      <pc:sldChg chg="addSp delSp modSp del mod">
        <pc:chgData name="Mrabet, Eya" userId="8e53b4d4-3967-4428-a8e9-b3379a446f07" providerId="ADAL" clId="{7F2974C0-109B-44AC-8B77-83DB0AB72117}" dt="2026-05-25T14:31:40.667" v="116" actId="47"/>
        <pc:sldMkLst>
          <pc:docMk/>
          <pc:sldMk cId="3860001173" sldId="2147472388"/>
        </pc:sldMkLst>
        <pc:picChg chg="add mod">
          <ac:chgData name="Mrabet, Eya" userId="8e53b4d4-3967-4428-a8e9-b3379a446f07" providerId="ADAL" clId="{7F2974C0-109B-44AC-8B77-83DB0AB72117}" dt="2026-05-25T14:30:55.762" v="95" actId="1076"/>
          <ac:picMkLst>
            <pc:docMk/>
            <pc:sldMk cId="3860001173" sldId="2147472388"/>
            <ac:picMk id="2" creationId="{4BEBC1F2-39AD-C84C-7000-A1728369418D}"/>
          </ac:picMkLst>
        </pc:picChg>
        <pc:picChg chg="del mod">
          <ac:chgData name="Mrabet, Eya" userId="8e53b4d4-3967-4428-a8e9-b3379a446f07" providerId="ADAL" clId="{7F2974C0-109B-44AC-8B77-83DB0AB72117}" dt="2026-05-25T14:31:22.278" v="101" actId="21"/>
          <ac:picMkLst>
            <pc:docMk/>
            <pc:sldMk cId="3860001173" sldId="2147472388"/>
            <ac:picMk id="8" creationId="{BD471108-9B15-439B-B757-22F5A54046DA}"/>
          </ac:picMkLst>
        </pc:picChg>
        <pc:picChg chg="mod">
          <ac:chgData name="Mrabet, Eya" userId="8e53b4d4-3967-4428-a8e9-b3379a446f07" providerId="ADAL" clId="{7F2974C0-109B-44AC-8B77-83DB0AB72117}" dt="2026-05-25T14:30:50.568" v="90" actId="1038"/>
          <ac:picMkLst>
            <pc:docMk/>
            <pc:sldMk cId="3860001173" sldId="2147472388"/>
            <ac:picMk id="9" creationId="{15941007-1B39-45A5-A4E3-27F59484FE07}"/>
          </ac:picMkLst>
        </pc:picChg>
        <pc:picChg chg="del">
          <ac:chgData name="Mrabet, Eya" userId="8e53b4d4-3967-4428-a8e9-b3379a446f07" providerId="ADAL" clId="{7F2974C0-109B-44AC-8B77-83DB0AB72117}" dt="2026-05-25T14:27:03.235" v="0" actId="478"/>
          <ac:picMkLst>
            <pc:docMk/>
            <pc:sldMk cId="3860001173" sldId="2147472388"/>
            <ac:picMk id="14" creationId="{0F9DCCF9-9CFE-4595-A5A3-E351FB9C62E8}"/>
          </ac:picMkLst>
        </pc:picChg>
      </pc:sldChg>
      <pc:sldChg chg="addSp delSp modSp add">
        <pc:chgData name="Mrabet, Eya" userId="8e53b4d4-3967-4428-a8e9-b3379a446f07" providerId="ADAL" clId="{7F2974C0-109B-44AC-8B77-83DB0AB72117}" dt="2026-05-25T14:31:43.470" v="121" actId="1037"/>
        <pc:sldMkLst>
          <pc:docMk/>
          <pc:sldMk cId="1935257797" sldId="2147472389"/>
        </pc:sldMkLst>
        <pc:picChg chg="add mod">
          <ac:chgData name="Mrabet, Eya" userId="8e53b4d4-3967-4428-a8e9-b3379a446f07" providerId="ADAL" clId="{7F2974C0-109B-44AC-8B77-83DB0AB72117}" dt="2026-05-25T14:31:43.470" v="121" actId="1037"/>
          <ac:picMkLst>
            <pc:docMk/>
            <pc:sldMk cId="1935257797" sldId="2147472389"/>
            <ac:picMk id="3" creationId="{F8C2C7E1-8348-C8EC-BEDA-5DA2159A7D22}"/>
          </ac:picMkLst>
        </pc:picChg>
        <pc:picChg chg="add mod">
          <ac:chgData name="Mrabet, Eya" userId="8e53b4d4-3967-4428-a8e9-b3379a446f07" providerId="ADAL" clId="{7F2974C0-109B-44AC-8B77-83DB0AB72117}" dt="2026-05-25T14:31:37.624" v="115" actId="1037"/>
          <ac:picMkLst>
            <pc:docMk/>
            <pc:sldMk cId="1935257797" sldId="2147472389"/>
            <ac:picMk id="4" creationId="{BD471108-9B15-439B-B757-22F5A54046DA}"/>
          </ac:picMkLst>
        </pc:picChg>
        <pc:picChg chg="del">
          <ac:chgData name="Mrabet, Eya" userId="8e53b4d4-3967-4428-a8e9-b3379a446f07" providerId="ADAL" clId="{7F2974C0-109B-44AC-8B77-83DB0AB72117}" dt="2026-05-25T14:31:04.443" v="97" actId="478"/>
          <ac:picMkLst>
            <pc:docMk/>
            <pc:sldMk cId="1935257797" sldId="2147472389"/>
            <ac:picMk id="8" creationId="{A7C27432-A483-FF6B-AE11-5447FA45C327}"/>
          </ac:picMkLst>
        </pc:picChg>
        <pc:picChg chg="del">
          <ac:chgData name="Mrabet, Eya" userId="8e53b4d4-3967-4428-a8e9-b3379a446f07" providerId="ADAL" clId="{7F2974C0-109B-44AC-8B77-83DB0AB72117}" dt="2026-05-25T14:31:34.411" v="104" actId="478"/>
          <ac:picMkLst>
            <pc:docMk/>
            <pc:sldMk cId="1935257797" sldId="2147472389"/>
            <ac:picMk id="9" creationId="{E39080BE-54DB-95F6-C514-A7461FC0925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0D5863-9DD5-4DC0-A055-D7DC2CEA0DBA}" type="datetimeFigureOut">
              <a:rPr lang="fr-FR" smtClean="0"/>
              <a:pPr/>
              <a:t>25/05/2026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7F89F6-499E-428B-837F-6315E20374B2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3443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>
          <a:xfrm>
            <a:off x="2489813" y="727200"/>
            <a:ext cx="7200000" cy="5400000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501651" y="5549440"/>
            <a:ext cx="5594349" cy="324000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1800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01654" y="5864231"/>
            <a:ext cx="5594348" cy="5056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19" name="Group 6">
            <a:extLst>
              <a:ext uri="{FF2B5EF4-FFF2-40B4-BE49-F238E27FC236}">
                <a16:creationId xmlns:a16="http://schemas.microsoft.com/office/drawing/2014/main" id="{3EE9039D-6A04-4BE3-8A67-D2C5F868E80E}"/>
              </a:ext>
            </a:extLst>
          </p:cNvPr>
          <p:cNvGrpSpPr/>
          <p:nvPr userDrawn="1"/>
        </p:nvGrpSpPr>
        <p:grpSpPr>
          <a:xfrm>
            <a:off x="377991" y="378000"/>
            <a:ext cx="162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20" name="Oval 5">
              <a:extLst>
                <a:ext uri="{FF2B5EF4-FFF2-40B4-BE49-F238E27FC236}">
                  <a16:creationId xmlns:a16="http://schemas.microsoft.com/office/drawing/2014/main" id="{11B97AD5-3E1D-49F5-9C5A-F38607B80A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1" name="Freeform 6">
              <a:extLst>
                <a:ext uri="{FF2B5EF4-FFF2-40B4-BE49-F238E27FC236}">
                  <a16:creationId xmlns:a16="http://schemas.microsoft.com/office/drawing/2014/main" id="{52C7326E-C32A-47D4-8CF9-7A59401D45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2" name="Rectangle 7">
              <a:extLst>
                <a:ext uri="{FF2B5EF4-FFF2-40B4-BE49-F238E27FC236}">
                  <a16:creationId xmlns:a16="http://schemas.microsoft.com/office/drawing/2014/main" id="{31891736-6399-4D5F-ACBE-CFC8A7754C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3" name="Freeform 8">
              <a:extLst>
                <a:ext uri="{FF2B5EF4-FFF2-40B4-BE49-F238E27FC236}">
                  <a16:creationId xmlns:a16="http://schemas.microsoft.com/office/drawing/2014/main" id="{0120E57B-D7D1-41D9-A671-A5D9844483E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539C112B-C1CE-48AA-83AA-033FA295DF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5" name="Rectangle 10">
              <a:extLst>
                <a:ext uri="{FF2B5EF4-FFF2-40B4-BE49-F238E27FC236}">
                  <a16:creationId xmlns:a16="http://schemas.microsoft.com/office/drawing/2014/main" id="{010DED1F-6FB6-45DF-83A4-849882D5B6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6" name="Freeform 11">
              <a:extLst>
                <a:ext uri="{FF2B5EF4-FFF2-40B4-BE49-F238E27FC236}">
                  <a16:creationId xmlns:a16="http://schemas.microsoft.com/office/drawing/2014/main" id="{A4B0F38E-40E7-4308-9091-B626A91C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7" name="Freeform 12">
              <a:extLst>
                <a:ext uri="{FF2B5EF4-FFF2-40B4-BE49-F238E27FC236}">
                  <a16:creationId xmlns:a16="http://schemas.microsoft.com/office/drawing/2014/main" id="{9E8C1DC2-876E-4C5C-A45E-379771513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8" name="Freeform 13">
              <a:extLst>
                <a:ext uri="{FF2B5EF4-FFF2-40B4-BE49-F238E27FC236}">
                  <a16:creationId xmlns:a16="http://schemas.microsoft.com/office/drawing/2014/main" id="{9F28E83D-81DC-4A3D-88DF-19721DC883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9" name="Freeform 14">
              <a:extLst>
                <a:ext uri="{FF2B5EF4-FFF2-40B4-BE49-F238E27FC236}">
                  <a16:creationId xmlns:a16="http://schemas.microsoft.com/office/drawing/2014/main" id="{C1EE1168-1834-4A2D-A319-507B68DAF7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65861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 noChangeAspect="1"/>
          </p:cNvSpPr>
          <p:nvPr>
            <p:ph type="pic" sz="quarter" idx="11"/>
          </p:nvPr>
        </p:nvSpPr>
        <p:spPr>
          <a:xfrm>
            <a:off x="2505856" y="727200"/>
            <a:ext cx="7200000" cy="5400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503991" y="5549440"/>
            <a:ext cx="5592012" cy="324000"/>
          </a:xfrm>
        </p:spPr>
        <p:txBody>
          <a:bodyPr anchor="t" anchorCtr="0">
            <a:noAutofit/>
          </a:bodyPr>
          <a:lstStyle>
            <a:lvl1pPr algn="l">
              <a:lnSpc>
                <a:spcPct val="100000"/>
              </a:lnSpc>
              <a:defRPr sz="1800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03989" y="5864231"/>
            <a:ext cx="5592011" cy="5056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21135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Circl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3336000" y="1368000"/>
            <a:ext cx="5520000" cy="414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4200"/>
              </a:lnSpc>
              <a:defRPr sz="3600" b="0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01654" y="5864231"/>
            <a:ext cx="5594348" cy="5056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tx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tx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503988" y="378000"/>
            <a:ext cx="216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8" name="Oval 5"/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8"/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Rectangle 9"/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Rectangle 10"/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5" name="Freeform 11"/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7" name="Freeform 13"/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8" name="Freeform 14"/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07247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Circle Black">
    <p:bg bwMode="gray"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gray">
          <a:xfrm>
            <a:off x="3336000" y="1368000"/>
            <a:ext cx="5520000" cy="4140000"/>
          </a:xfrm>
          <a:prstGeom prst="ellipse">
            <a:avLst/>
          </a:prstGeom>
          <a:ln w="25400">
            <a:solidFill>
              <a:schemeClr val="accent1"/>
            </a:solidFill>
          </a:ln>
        </p:spPr>
        <p:txBody>
          <a:bodyPr lIns="108000" tIns="108000" rIns="108000" bIns="108000" anchor="ctr" anchorCtr="0">
            <a:normAutofit/>
          </a:bodyPr>
          <a:lstStyle>
            <a:lvl1pPr algn="ctr">
              <a:lnSpc>
                <a:spcPts val="4200"/>
              </a:lnSpc>
              <a:defRPr sz="3600" b="0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503989" y="5864231"/>
            <a:ext cx="5592011" cy="50564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501651" y="6381750"/>
            <a:ext cx="5594349" cy="298451"/>
          </a:xfrm>
          <a:prstGeom prst="rect">
            <a:avLst/>
          </a:prstGeom>
        </p:spPr>
        <p:txBody>
          <a:bodyPr/>
          <a:lstStyle>
            <a:lvl1pPr>
              <a:spcAft>
                <a:spcPts val="0"/>
              </a:spcAft>
              <a:defRPr sz="10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503988" y="378000"/>
            <a:ext cx="2160000" cy="307976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11" name="Oval 5"/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6"/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Rectangle 7"/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8"/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5" name="Rectangle 9"/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6" name="Rectangle 10"/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7" name="Freeform 11"/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8" name="Freeform 12"/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9" name="Freeform 13"/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20" name="Freeform 14"/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03762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851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1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1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42150393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ark green">
    <p:bg bwMode="gray"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851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1"/>
            <a:ext cx="10544067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1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420166513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lue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851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1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1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17222299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ark blue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851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1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1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89370290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851" b="1">
                <a:solidFill>
                  <a:schemeClr val="bg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1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1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6096229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Deloitt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gray">
          <a:xfrm>
            <a:off x="501651" y="1705670"/>
            <a:ext cx="10541000" cy="1592403"/>
          </a:xfrm>
        </p:spPr>
        <p:txBody>
          <a:bodyPr anchor="b"/>
          <a:lstStyle>
            <a:lvl1pPr>
              <a:lnSpc>
                <a:spcPct val="95000"/>
              </a:lnSpc>
              <a:defRPr sz="3851" b="1">
                <a:solidFill>
                  <a:schemeClr val="tx1"/>
                </a:solidFill>
                <a:latin typeface="+mj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501651" y="3429001"/>
            <a:ext cx="10541000" cy="1566532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95000"/>
              </a:lnSpc>
              <a:spcAft>
                <a:spcPts val="0"/>
              </a:spcAft>
              <a:buNone/>
              <a:defRPr sz="3851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65451024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dark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4" y="1628776"/>
            <a:ext cx="9152369" cy="4752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1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1209175995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dark 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27200"/>
            <a:ext cx="9277349" cy="475958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1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13900346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teal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28776"/>
            <a:ext cx="9277349" cy="4752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1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867715259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statement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28776"/>
            <a:ext cx="9277349" cy="4752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2800">
                <a:solidFill>
                  <a:schemeClr val="bg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1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297643163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statemen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01651" y="1628776"/>
            <a:ext cx="9277349" cy="47529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spcBef>
                <a:spcPts val="3600"/>
              </a:spcBef>
              <a:defRPr sz="2800">
                <a:solidFill>
                  <a:schemeClr val="tx1"/>
                </a:solidFill>
              </a:defRPr>
            </a:lvl1pPr>
            <a:lvl2pPr marL="457189" indent="-457189">
              <a:defRPr sz="3000">
                <a:solidFill>
                  <a:schemeClr val="bg2"/>
                </a:solidFill>
              </a:defRPr>
            </a:lvl2pPr>
            <a:lvl3pPr>
              <a:defRPr sz="3000">
                <a:solidFill>
                  <a:schemeClr val="bg2"/>
                </a:solidFill>
              </a:defRPr>
            </a:lvl3pPr>
            <a:lvl4pPr>
              <a:defRPr sz="3000">
                <a:solidFill>
                  <a:schemeClr val="bg2"/>
                </a:solidFill>
              </a:defRPr>
            </a:lvl4pPr>
            <a:lvl5pPr>
              <a:defRPr sz="3000">
                <a:solidFill>
                  <a:schemeClr val="bg2"/>
                </a:solidFill>
              </a:defRPr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9258940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90"/>
            <a:ext cx="9277349" cy="4716463"/>
          </a:xfrm>
          <a:prstGeom prst="rect">
            <a:avLst/>
          </a:prstGeom>
        </p:spPr>
        <p:txBody>
          <a:bodyPr/>
          <a:lstStyle>
            <a:lvl1pPr>
              <a:tabLst>
                <a:tab pos="6729245" algn="r"/>
              </a:tabLst>
              <a:defRPr/>
            </a:lvl1pPr>
            <a:lvl2pPr>
              <a:tabLst>
                <a:tab pos="6729245" algn="r"/>
              </a:tabLst>
              <a:defRPr/>
            </a:lvl2pPr>
            <a:lvl3pPr>
              <a:tabLst>
                <a:tab pos="6729245" algn="r"/>
              </a:tabLst>
              <a:defRPr/>
            </a:lvl3pPr>
            <a:lvl4pPr>
              <a:tabLst>
                <a:tab pos="6729245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  <a:lvl6pPr>
              <a:tabLst>
                <a:tab pos="6729245" algn="r"/>
              </a:tabLst>
              <a:defRPr/>
            </a:lvl6pPr>
            <a:lvl7pPr>
              <a:tabLst>
                <a:tab pos="6729245" algn="r"/>
              </a:tabLst>
              <a:defRPr/>
            </a:lvl7pPr>
            <a:lvl8pPr>
              <a:tabLst>
                <a:tab pos="6729245" algn="r"/>
              </a:tabLst>
              <a:defRPr/>
            </a:lvl8pPr>
            <a:lvl9pPr>
              <a:tabLst>
                <a:tab pos="6729245" algn="r"/>
              </a:tabLst>
              <a:defRPr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2" y="317501"/>
            <a:ext cx="11180232" cy="6985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1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4082150068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4" y="317502"/>
            <a:ext cx="11188700" cy="6985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5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5450351" y="1701803"/>
            <a:ext cx="6240000" cy="4679951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90"/>
            <a:ext cx="4456429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074" algn="r"/>
              </a:tabLst>
              <a:defRPr/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3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139643431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2"/>
            <a:ext cx="11188700" cy="698500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"/>
          </p:nvPr>
        </p:nvSpPr>
        <p:spPr>
          <a:xfrm>
            <a:off x="501651" y="1665290"/>
            <a:ext cx="11165416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1368987789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1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3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Title Placeholder 1"/>
          <p:cNvSpPr>
            <a:spLocks noGrp="1"/>
          </p:cNvSpPr>
          <p:nvPr>
            <p:ph type="title"/>
          </p:nvPr>
        </p:nvSpPr>
        <p:spPr>
          <a:xfrm>
            <a:off x="501651" y="317501"/>
            <a:ext cx="11162349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8" name="Text Placeholder 18"/>
          <p:cNvSpPr>
            <a:spLocks noGrp="1"/>
          </p:cNvSpPr>
          <p:nvPr>
            <p:ph idx="1"/>
          </p:nvPr>
        </p:nvSpPr>
        <p:spPr>
          <a:xfrm>
            <a:off x="501651" y="1700213"/>
            <a:ext cx="11165416" cy="46789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681360032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&amp;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3" y="317501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1652" y="2052001"/>
            <a:ext cx="11188699" cy="4069013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2" y="1700214"/>
            <a:ext cx="11188699" cy="3571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9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4" y="6121015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204056683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4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3" y="317501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7" name="Chart Placeholder 3"/>
          <p:cNvSpPr>
            <a:spLocks noGrp="1"/>
          </p:cNvSpPr>
          <p:nvPr>
            <p:ph type="chart" sz="quarter" idx="15"/>
          </p:nvPr>
        </p:nvSpPr>
        <p:spPr>
          <a:xfrm>
            <a:off x="504000" y="2052000"/>
            <a:ext cx="3549549" cy="406901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1653" y="1665289"/>
            <a:ext cx="3562351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Chart Placeholder 3"/>
          <p:cNvSpPr>
            <a:spLocks noGrp="1"/>
          </p:cNvSpPr>
          <p:nvPr>
            <p:ph type="chart" sz="quarter" idx="19"/>
          </p:nvPr>
        </p:nvSpPr>
        <p:spPr>
          <a:xfrm>
            <a:off x="4303184" y="2052000"/>
            <a:ext cx="3561616" cy="406901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4303187" y="1665289"/>
            <a:ext cx="3561615" cy="392112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3"/>
          <p:cNvSpPr>
            <a:spLocks noGrp="1"/>
          </p:cNvSpPr>
          <p:nvPr>
            <p:ph type="chart" sz="quarter" idx="21"/>
          </p:nvPr>
        </p:nvSpPr>
        <p:spPr>
          <a:xfrm>
            <a:off x="8126400" y="2052000"/>
            <a:ext cx="3563953" cy="4069015"/>
          </a:xfrm>
          <a:prstGeom prst="rect">
            <a:avLst/>
          </a:prstGeo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8126396" y="1659145"/>
            <a:ext cx="3563955" cy="398256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5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9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20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21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2010905459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of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1" y="317501"/>
            <a:ext cx="11202669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3"/>
            <a:ext cx="1120266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quarter" idx="10"/>
          </p:nvPr>
        </p:nvSpPr>
        <p:spPr>
          <a:xfrm>
            <a:off x="501651" y="1665289"/>
            <a:ext cx="5305579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074" algn="r"/>
              </a:tabLst>
              <a:defRPr/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/>
          </p:nvPr>
        </p:nvSpPr>
        <p:spPr>
          <a:xfrm>
            <a:off x="6381539" y="1665289"/>
            <a:ext cx="5322781" cy="4716461"/>
          </a:xfrm>
          <a:prstGeom prst="rect">
            <a:avLst/>
          </a:prstGeom>
        </p:spPr>
        <p:txBody>
          <a:bodyPr/>
          <a:lstStyle>
            <a:lvl1pPr>
              <a:tabLst>
                <a:tab pos="5029074" algn="r"/>
              </a:tabLst>
              <a:defRPr/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1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2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519927078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3"/>
          <p:cNvSpPr>
            <a:spLocks noGrp="1"/>
          </p:cNvSpPr>
          <p:nvPr>
            <p:ph sz="quarter" idx="10"/>
          </p:nvPr>
        </p:nvSpPr>
        <p:spPr>
          <a:xfrm>
            <a:off x="501652" y="1665289"/>
            <a:ext cx="5355165" cy="4455725"/>
          </a:xfrm>
          <a:prstGeom prst="rect">
            <a:avLst/>
          </a:prstGeom>
        </p:spPr>
        <p:txBody>
          <a:bodyPr/>
          <a:lstStyle>
            <a:lvl1pPr>
              <a:tabLst>
                <a:tab pos="5029074" algn="r"/>
              </a:tabLst>
              <a:defRPr/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3" y="2125013"/>
            <a:ext cx="5349128" cy="3996000"/>
          </a:xfr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3" y="1665291"/>
            <a:ext cx="5349128" cy="4206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3" y="317501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53" y="6121015"/>
            <a:ext cx="11188700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6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7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1323289182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hart Placeholder 2"/>
          <p:cNvSpPr>
            <a:spLocks noGrp="1"/>
          </p:cNvSpPr>
          <p:nvPr>
            <p:ph type="chart" sz="quarter" idx="21"/>
          </p:nvPr>
        </p:nvSpPr>
        <p:spPr>
          <a:xfrm>
            <a:off x="6341224" y="2125013"/>
            <a:ext cx="5349129" cy="3996000"/>
          </a:xfr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22"/>
          </p:nvPr>
        </p:nvSpPr>
        <p:spPr>
          <a:xfrm>
            <a:off x="6341225" y="1665291"/>
            <a:ext cx="5349129" cy="4206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3" y="317501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5" name="Text Placeholder 7"/>
          <p:cNvSpPr>
            <a:spLocks noGrp="1"/>
          </p:cNvSpPr>
          <p:nvPr>
            <p:ph type="body" sz="quarter" idx="23"/>
          </p:nvPr>
        </p:nvSpPr>
        <p:spPr>
          <a:xfrm>
            <a:off x="501649" y="6121015"/>
            <a:ext cx="11165419" cy="260737"/>
          </a:xfrm>
        </p:spPr>
        <p:txBody>
          <a:bodyPr>
            <a:normAutofit/>
          </a:bodyPr>
          <a:lstStyle>
            <a:lvl1pPr>
              <a:spcAft>
                <a:spcPts val="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9" name="Chart Placeholder 2"/>
          <p:cNvSpPr>
            <a:spLocks noGrp="1"/>
          </p:cNvSpPr>
          <p:nvPr>
            <p:ph type="chart" sz="quarter" idx="24"/>
          </p:nvPr>
        </p:nvSpPr>
        <p:spPr>
          <a:xfrm>
            <a:off x="501654" y="2125013"/>
            <a:ext cx="5339063" cy="3996000"/>
          </a:xfrm>
        </p:spPr>
        <p:txBody>
          <a:bodyPr/>
          <a:lstStyle/>
          <a:p>
            <a:r>
              <a:rPr lang="en-US" noProof="0"/>
              <a:t>Click icon to add chart</a:t>
            </a:r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25"/>
          </p:nvPr>
        </p:nvSpPr>
        <p:spPr>
          <a:xfrm>
            <a:off x="501649" y="1665291"/>
            <a:ext cx="5339064" cy="420687"/>
          </a:xfrm>
        </p:spPr>
        <p:txBody>
          <a:bodyPr/>
          <a:lstStyle/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9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28563135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2" y="317501"/>
            <a:ext cx="11188699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501653" y="1665290"/>
            <a:ext cx="4431857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074" algn="r"/>
              </a:tabLst>
              <a:defRPr/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450349" y="1700215"/>
            <a:ext cx="6240000" cy="4681537"/>
          </a:xfrm>
          <a:prstGeom prst="rect">
            <a:avLst/>
          </a:prstGeom>
        </p:spPr>
        <p:txBody>
          <a:bodyPr/>
          <a:lstStyle>
            <a:lvl1pPr>
              <a:tabLst>
                <a:tab pos="5029074" algn="r"/>
              </a:tabLst>
              <a:defRPr/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5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083563141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 with quot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4" y="317503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7577885" y="1658680"/>
            <a:ext cx="4112468" cy="472307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tabLst>
                <a:tab pos="5029074" algn="r"/>
              </a:tabLst>
              <a:defRPr sz="2400">
                <a:solidFill>
                  <a:schemeClr val="accent3"/>
                </a:solidFill>
              </a:defRPr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8" name="Content Placeholder 3"/>
          <p:cNvSpPr>
            <a:spLocks noGrp="1"/>
          </p:cNvSpPr>
          <p:nvPr>
            <p:ph sz="quarter" idx="16"/>
          </p:nvPr>
        </p:nvSpPr>
        <p:spPr>
          <a:xfrm>
            <a:off x="501654" y="1665289"/>
            <a:ext cx="6506348" cy="4716463"/>
          </a:xfrm>
          <a:prstGeom prst="rect">
            <a:avLst/>
          </a:prstGeom>
        </p:spPr>
        <p:txBody>
          <a:bodyPr/>
          <a:lstStyle>
            <a:lvl1pPr>
              <a:tabLst>
                <a:tab pos="5029074" algn="r"/>
              </a:tabLst>
              <a:defRPr/>
            </a:lvl1pPr>
            <a:lvl2pPr>
              <a:tabLst>
                <a:tab pos="5029074" algn="r"/>
              </a:tabLst>
              <a:defRPr/>
            </a:lvl2pPr>
            <a:lvl3pPr>
              <a:tabLst>
                <a:tab pos="5029074" algn="r"/>
              </a:tabLst>
              <a:defRPr/>
            </a:lvl3pPr>
            <a:lvl4pPr>
              <a:tabLst>
                <a:tab pos="5029074" algn="r"/>
              </a:tabLst>
              <a:defRPr/>
            </a:lvl4pPr>
            <a:lvl5pPr>
              <a:tabLst>
                <a:tab pos="5029074" algn="r"/>
              </a:tabLst>
              <a:defRPr baseline="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2" y="651603"/>
            <a:ext cx="1118869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5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28114918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3"/>
            <a:ext cx="11188700" cy="334101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501649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3327216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6152783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8978351" y="1700213"/>
            <a:ext cx="2712000" cy="1260000"/>
          </a:xfrm>
        </p:spPr>
        <p:txBody>
          <a:bodyPr lIns="0" tIns="0" rIns="0" bIns="0">
            <a:noAutofit/>
          </a:bodyPr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1653" y="3124201"/>
            <a:ext cx="2720468" cy="3257548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396" indent="-176396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0"/>
              </a:spcAft>
              <a:defRPr baseline="0"/>
            </a:lvl5pPr>
            <a:lvl6pPr marL="356391" indent="-176396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0"/>
              </a:spcAft>
              <a:defRPr/>
            </a:lvl7pPr>
            <a:lvl8pPr marL="356391" indent="-176396">
              <a:spcAft>
                <a:spcPts val="0"/>
              </a:spcAft>
              <a:defRPr/>
            </a:lvl8pPr>
            <a:lvl9pPr marL="356391" indent="-176396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6149963" y="3120552"/>
            <a:ext cx="2712000" cy="326119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396" indent="-176396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0"/>
              </a:spcAft>
              <a:defRPr baseline="0"/>
            </a:lvl5pPr>
            <a:lvl6pPr marL="356391" indent="-176396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0"/>
              </a:spcAft>
              <a:defRPr/>
            </a:lvl7pPr>
            <a:lvl8pPr marL="356391" indent="-176396">
              <a:spcAft>
                <a:spcPts val="0"/>
              </a:spcAft>
              <a:defRPr/>
            </a:lvl8pPr>
            <a:lvl9pPr marL="356391" indent="-176396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30040" y="3124201"/>
            <a:ext cx="2712000" cy="3257549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396" indent="-176396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0"/>
              </a:spcAft>
              <a:defRPr baseline="0"/>
            </a:lvl5pPr>
            <a:lvl6pPr marL="356391" indent="-176396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0"/>
              </a:spcAft>
              <a:defRPr/>
            </a:lvl7pPr>
            <a:lvl8pPr marL="356391" indent="-176396">
              <a:spcAft>
                <a:spcPts val="0"/>
              </a:spcAft>
              <a:defRPr/>
            </a:lvl8pPr>
            <a:lvl9pPr marL="356391" indent="-176396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8993171" y="3108508"/>
            <a:ext cx="2697183" cy="327324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0"/>
              </a:spcAft>
              <a:defRPr/>
            </a:lvl2pPr>
            <a:lvl3pPr marL="0" indent="0">
              <a:spcAft>
                <a:spcPts val="0"/>
              </a:spcAft>
              <a:buNone/>
              <a:defRPr/>
            </a:lvl3pPr>
            <a:lvl4pPr marL="176396" indent="-176396">
              <a:spcAft>
                <a:spcPts val="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0"/>
              </a:spcAft>
              <a:defRPr baseline="0"/>
            </a:lvl5pPr>
            <a:lvl6pPr marL="356391" indent="-176396">
              <a:spcAft>
                <a:spcPts val="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0"/>
              </a:spcAft>
              <a:defRPr/>
            </a:lvl7pPr>
            <a:lvl8pPr marL="356391" indent="-176396">
              <a:spcAft>
                <a:spcPts val="0"/>
              </a:spcAft>
              <a:defRPr/>
            </a:lvl8pPr>
            <a:lvl9pPr marL="356391" indent="-176396">
              <a:spcAft>
                <a:spcPts val="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8"/>
          <p:cNvSpPr>
            <a:spLocks noGrp="1"/>
          </p:cNvSpPr>
          <p:nvPr>
            <p:ph type="body" sz="quarter" idx="21" hasCustomPrompt="1"/>
          </p:nvPr>
        </p:nvSpPr>
        <p:spPr>
          <a:xfrm>
            <a:off x="501650" y="651603"/>
            <a:ext cx="111887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9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567645536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profi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3"/>
            <a:ext cx="11188700" cy="334101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000" y="1707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24085" y="1700213"/>
            <a:ext cx="5475067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4000" y="4065173"/>
            <a:ext cx="5496000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24085" y="4065173"/>
            <a:ext cx="547506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8" name="Picture Placeholder 11"/>
          <p:cNvSpPr>
            <a:spLocks noGrp="1"/>
          </p:cNvSpPr>
          <p:nvPr>
            <p:ph type="pic" sz="quarter" idx="25"/>
          </p:nvPr>
        </p:nvSpPr>
        <p:spPr>
          <a:xfrm>
            <a:off x="504000" y="1880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9" name="Picture Placeholder 11"/>
          <p:cNvSpPr>
            <a:spLocks noGrp="1"/>
          </p:cNvSpPr>
          <p:nvPr>
            <p:ph type="pic" sz="quarter" idx="27"/>
          </p:nvPr>
        </p:nvSpPr>
        <p:spPr>
          <a:xfrm>
            <a:off x="6224085" y="1880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29"/>
          </p:nvPr>
        </p:nvSpPr>
        <p:spPr>
          <a:xfrm>
            <a:off x="504000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1" name="Picture Placeholder 11"/>
          <p:cNvSpPr>
            <a:spLocks noGrp="1"/>
          </p:cNvSpPr>
          <p:nvPr>
            <p:ph type="pic" sz="quarter" idx="31"/>
          </p:nvPr>
        </p:nvSpPr>
        <p:spPr>
          <a:xfrm>
            <a:off x="6224085" y="4256213"/>
            <a:ext cx="1968000" cy="14760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32"/>
          </p:nvPr>
        </p:nvSpPr>
        <p:spPr>
          <a:xfrm>
            <a:off x="2683483" y="1880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33"/>
          </p:nvPr>
        </p:nvSpPr>
        <p:spPr>
          <a:xfrm>
            <a:off x="8396560" y="1880213"/>
            <a:ext cx="3302592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5" name="Text Placeholder 12"/>
          <p:cNvSpPr>
            <a:spLocks noGrp="1"/>
          </p:cNvSpPr>
          <p:nvPr>
            <p:ph type="body" sz="quarter" idx="34"/>
          </p:nvPr>
        </p:nvSpPr>
        <p:spPr>
          <a:xfrm>
            <a:off x="2683483" y="4256213"/>
            <a:ext cx="3288000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6" name="Text Placeholder 12"/>
          <p:cNvSpPr>
            <a:spLocks noGrp="1"/>
          </p:cNvSpPr>
          <p:nvPr>
            <p:ph type="body" sz="quarter" idx="35"/>
          </p:nvPr>
        </p:nvSpPr>
        <p:spPr>
          <a:xfrm>
            <a:off x="8396560" y="4256213"/>
            <a:ext cx="3302592" cy="1944000"/>
          </a:xfrm>
        </p:spPr>
        <p:txBody>
          <a:bodyPr/>
          <a:lstStyle>
            <a:lvl1pPr>
              <a:spcAft>
                <a:spcPts val="0"/>
              </a:spcAft>
              <a:defRPr b="1"/>
            </a:lvl1pPr>
            <a:lvl2pPr>
              <a:spcAft>
                <a:spcPts val="0"/>
              </a:spcAft>
              <a:defRPr b="0"/>
            </a:lvl2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3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2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23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166311274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3"/>
            <a:ext cx="11188700" cy="334101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501654" y="1700214"/>
            <a:ext cx="36957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006401" y="1700214"/>
            <a:ext cx="3683953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6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273075" y="1700214"/>
            <a:ext cx="3657600" cy="1971675"/>
          </a:xfrm>
        </p:spPr>
        <p:txBody>
          <a:bodyPr/>
          <a:lstStyle/>
          <a:p>
            <a:r>
              <a:rPr lang="en-US" noProof="0"/>
              <a:t>Click icon to add picture</a:t>
            </a:r>
          </a:p>
        </p:txBody>
      </p:sp>
      <p:sp>
        <p:nvSpPr>
          <p:cNvPr id="9" name="Text Placeholder 18"/>
          <p:cNvSpPr>
            <a:spLocks noGrp="1"/>
          </p:cNvSpPr>
          <p:nvPr>
            <p:ph idx="1" hasCustomPrompt="1"/>
          </p:nvPr>
        </p:nvSpPr>
        <p:spPr>
          <a:xfrm>
            <a:off x="501651" y="3832225"/>
            <a:ext cx="3683949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3" name="Text Placeholder 18"/>
          <p:cNvSpPr>
            <a:spLocks noGrp="1"/>
          </p:cNvSpPr>
          <p:nvPr>
            <p:ph idx="16" hasCustomPrompt="1"/>
          </p:nvPr>
        </p:nvSpPr>
        <p:spPr>
          <a:xfrm>
            <a:off x="4267200" y="3832225"/>
            <a:ext cx="3657600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4" name="Text Placeholder 18"/>
          <p:cNvSpPr>
            <a:spLocks noGrp="1"/>
          </p:cNvSpPr>
          <p:nvPr>
            <p:ph idx="17" hasCustomPrompt="1"/>
          </p:nvPr>
        </p:nvSpPr>
        <p:spPr>
          <a:xfrm>
            <a:off x="8006401" y="3832225"/>
            <a:ext cx="3683953" cy="20952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501651" y="651603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8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4039620593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1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3" y="317501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867085417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1857893"/>
            <a:ext cx="5466824" cy="1695451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8" y="1857893"/>
            <a:ext cx="5444156" cy="1695451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3"/>
            <a:ext cx="11188700" cy="334101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000" y="1705379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9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6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4" y="1863918"/>
            <a:ext cx="1210207" cy="5492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>
                <a:solidFill>
                  <a:schemeClr val="bg1"/>
                </a:solidFill>
              </a:rPr>
              <a:t>Co-brand</a:t>
            </a:r>
            <a:br>
              <a:rPr lang="en-US" sz="1200" noProof="0">
                <a:solidFill>
                  <a:schemeClr val="bg1"/>
                </a:solidFill>
              </a:rPr>
            </a:br>
            <a:r>
              <a:rPr lang="en-US" sz="12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24620" y="1857893"/>
            <a:ext cx="1244161" cy="5492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>
                <a:solidFill>
                  <a:schemeClr val="bg1"/>
                </a:solidFill>
              </a:rPr>
              <a:t>Co-brand</a:t>
            </a:r>
            <a:br>
              <a:rPr lang="en-US" sz="1200" noProof="0">
                <a:solidFill>
                  <a:schemeClr val="bg1"/>
                </a:solidFill>
              </a:rPr>
            </a:br>
            <a:r>
              <a:rPr lang="en-US" sz="12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5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590615737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1857893"/>
            <a:ext cx="5468941" cy="1695451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21"/>
          </p:nvPr>
        </p:nvSpPr>
        <p:spPr>
          <a:xfrm>
            <a:off x="6246198" y="1857893"/>
            <a:ext cx="5454668" cy="1695451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3"/>
            <a:ext cx="11188700" cy="334101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4000" y="1705379"/>
            <a:ext cx="5466824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246195" y="1705379"/>
            <a:ext cx="5452957" cy="530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7" name="Picture Placeholder 29"/>
          <p:cNvSpPr>
            <a:spLocks noGrp="1"/>
          </p:cNvSpPr>
          <p:nvPr>
            <p:ph type="pic" sz="quarter" idx="20" hasCustomPrompt="1"/>
          </p:nvPr>
        </p:nvSpPr>
        <p:spPr>
          <a:xfrm>
            <a:off x="10424620" y="1857893"/>
            <a:ext cx="1244161" cy="5492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>
                <a:solidFill>
                  <a:schemeClr val="bg1"/>
                </a:solidFill>
              </a:rPr>
              <a:t>Co-brand</a:t>
            </a:r>
            <a:br>
              <a:rPr lang="en-US" sz="1200" noProof="0">
                <a:solidFill>
                  <a:schemeClr val="bg1"/>
                </a:solidFill>
              </a:rPr>
            </a:br>
            <a:r>
              <a:rPr lang="en-US" sz="12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22"/>
          </p:nvPr>
        </p:nvSpPr>
        <p:spPr>
          <a:xfrm>
            <a:off x="504000" y="4249682"/>
            <a:ext cx="5466824" cy="1695451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Text Placeholder 8"/>
          <p:cNvSpPr>
            <a:spLocks noGrp="1"/>
          </p:cNvSpPr>
          <p:nvPr>
            <p:ph type="body" sz="quarter" idx="23"/>
          </p:nvPr>
        </p:nvSpPr>
        <p:spPr>
          <a:xfrm>
            <a:off x="6246197" y="4249682"/>
            <a:ext cx="5452959" cy="1695451"/>
          </a:xfrm>
        </p:spPr>
        <p:txBody>
          <a:bodyPr/>
          <a:lstStyle>
            <a:lvl1pPr>
              <a:spcAft>
                <a:spcPts val="1000"/>
              </a:spcAft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4003" y="4103519"/>
            <a:ext cx="546894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46197" y="4103519"/>
            <a:ext cx="5444716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spcAft>
                <a:spcPts val="1000"/>
              </a:spcAft>
            </a:pPr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4" name="Picture Placeholder 29"/>
          <p:cNvSpPr>
            <a:spLocks noGrp="1"/>
          </p:cNvSpPr>
          <p:nvPr>
            <p:ph type="pic" sz="quarter" idx="24" hasCustomPrompt="1"/>
          </p:nvPr>
        </p:nvSpPr>
        <p:spPr>
          <a:xfrm>
            <a:off x="4754494" y="4255708"/>
            <a:ext cx="1239381" cy="5492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>
                <a:solidFill>
                  <a:schemeClr val="bg1"/>
                </a:solidFill>
              </a:rPr>
              <a:t>Co-brand</a:t>
            </a:r>
            <a:br>
              <a:rPr lang="en-US" sz="1200" noProof="0">
                <a:solidFill>
                  <a:schemeClr val="bg1"/>
                </a:solidFill>
              </a:rPr>
            </a:br>
            <a:r>
              <a:rPr lang="en-US" sz="12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5" name="Picture Placeholder 29"/>
          <p:cNvSpPr>
            <a:spLocks noGrp="1"/>
          </p:cNvSpPr>
          <p:nvPr>
            <p:ph type="pic" sz="quarter" idx="25" hasCustomPrompt="1"/>
          </p:nvPr>
        </p:nvSpPr>
        <p:spPr>
          <a:xfrm>
            <a:off x="10424617" y="4249684"/>
            <a:ext cx="1244160" cy="5492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>
                <a:solidFill>
                  <a:schemeClr val="bg1"/>
                </a:solidFill>
              </a:rPr>
              <a:t>Co-brand</a:t>
            </a:r>
            <a:br>
              <a:rPr lang="en-US" sz="1200" noProof="0">
                <a:solidFill>
                  <a:schemeClr val="bg1"/>
                </a:solidFill>
              </a:rPr>
            </a:br>
            <a:r>
              <a:rPr lang="en-US" sz="12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16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3"/>
            <a:ext cx="111975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7" name="Picture Placeholder 29"/>
          <p:cNvSpPr>
            <a:spLocks noGrp="1"/>
          </p:cNvSpPr>
          <p:nvPr>
            <p:ph type="pic" sz="quarter" idx="19" hasCustomPrompt="1"/>
          </p:nvPr>
        </p:nvSpPr>
        <p:spPr>
          <a:xfrm>
            <a:off x="4769494" y="1863918"/>
            <a:ext cx="1210207" cy="549275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Tx/>
              <a:buSzTx/>
              <a:buFont typeface="Arial" panose="020B0604020202020204" pitchFamily="34" charset="0"/>
              <a:buNone/>
              <a:tabLst/>
              <a:defRPr sz="900"/>
            </a:lvl1pPr>
          </a:lstStyle>
          <a:p>
            <a:pPr>
              <a:spcBef>
                <a:spcPct val="0"/>
              </a:spcBef>
            </a:pPr>
            <a:r>
              <a:rPr lang="en-US" sz="1200" noProof="0">
                <a:solidFill>
                  <a:schemeClr val="bg1"/>
                </a:solidFill>
              </a:rPr>
              <a:t>Co-brand</a:t>
            </a:r>
            <a:br>
              <a:rPr lang="en-US" sz="1200" noProof="0">
                <a:solidFill>
                  <a:schemeClr val="bg1"/>
                </a:solidFill>
              </a:rPr>
            </a:br>
            <a:r>
              <a:rPr lang="en-US" sz="1200" noProof="0">
                <a:solidFill>
                  <a:schemeClr val="bg1"/>
                </a:solidFill>
              </a:rPr>
              <a:t>Logo</a:t>
            </a:r>
          </a:p>
          <a:p>
            <a:endParaRPr lang="en-US" noProof="0"/>
          </a:p>
        </p:txBody>
      </p:sp>
      <p:sp>
        <p:nvSpPr>
          <p:cNvPr id="2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2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23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562645362"/>
      </p:ext>
    </p:extLst>
  </p:cSld>
  <p:clrMapOvr>
    <a:masterClrMapping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 green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3"/>
            <a:ext cx="11188700" cy="334101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0" y="1705968"/>
            <a:ext cx="3556117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4000" y="1700214"/>
            <a:ext cx="3560000" cy="5975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15300" y="1705968"/>
            <a:ext cx="3583853" cy="54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4325714" y="1851441"/>
            <a:ext cx="3540577" cy="3845755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504000" y="1851441"/>
            <a:ext cx="3560000" cy="3845755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8128002" y="1851441"/>
            <a:ext cx="3571153" cy="3845755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1" y="651603"/>
            <a:ext cx="11162349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5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6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574825396"/>
      </p:ext>
    </p:extLst>
  </p:cSld>
  <p:clrMapOvr>
    <a:masterClrMapping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 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4" y="317503"/>
            <a:ext cx="11188700" cy="334101"/>
          </a:xfrm>
        </p:spPr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096836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8279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2557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accent1"/>
                </a:solidFill>
              </a:defRPr>
            </a:lvl1pPr>
            <a:lvl2pPr>
              <a:spcAft>
                <a:spcPts val="1000"/>
              </a:spcAft>
              <a:defRPr/>
            </a:lvl2pPr>
            <a:lvl3pPr marL="0" indent="0">
              <a:spcAft>
                <a:spcPts val="1000"/>
              </a:spcAft>
              <a:buNone/>
              <a:defRPr/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/>
            </a:lvl4pPr>
            <a:lvl5pPr marL="356391" indent="-176396">
              <a:spcAft>
                <a:spcPts val="1000"/>
              </a:spcAft>
              <a:defRPr baseline="0"/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/>
            </a:lvl6pPr>
            <a:lvl7pPr marL="356391" indent="-176396">
              <a:spcAft>
                <a:spcPts val="1000"/>
              </a:spcAft>
              <a:defRPr/>
            </a:lvl7pPr>
            <a:lvl8pPr marL="356391" indent="-176396">
              <a:spcAft>
                <a:spcPts val="1000"/>
              </a:spcAft>
              <a:defRPr/>
            </a:lvl8pPr>
            <a:lvl9pPr marL="356391" indent="-176396">
              <a:spcAft>
                <a:spcPts val="1000"/>
              </a:spcAft>
              <a:defRPr/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2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3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4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3718400790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column icon 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1650" y="317501"/>
            <a:ext cx="11188701" cy="33410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4" name="Text Placeholder 8"/>
          <p:cNvSpPr>
            <a:spLocks noGrp="1"/>
          </p:cNvSpPr>
          <p:nvPr>
            <p:ph type="body" sz="quarter" idx="17"/>
          </p:nvPr>
        </p:nvSpPr>
        <p:spPr>
          <a:xfrm>
            <a:off x="504000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1000"/>
              </a:spcAft>
              <a:buNone/>
              <a:defRPr>
                <a:solidFill>
                  <a:schemeClr val="bg1"/>
                </a:solidFill>
              </a:defRPr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56391" indent="-176396">
              <a:spcAft>
                <a:spcPts val="1000"/>
              </a:spcAft>
              <a:defRPr baseline="0">
                <a:solidFill>
                  <a:schemeClr val="bg1"/>
                </a:solidFill>
              </a:defRPr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7pPr>
            <a:lvl8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8pPr>
            <a:lvl9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Text Placeholder 8"/>
          <p:cNvSpPr>
            <a:spLocks noGrp="1"/>
          </p:cNvSpPr>
          <p:nvPr>
            <p:ph type="body" sz="quarter" idx="18"/>
          </p:nvPr>
        </p:nvSpPr>
        <p:spPr>
          <a:xfrm>
            <a:off x="9100752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1000"/>
              </a:spcAft>
              <a:buNone/>
              <a:defRPr>
                <a:solidFill>
                  <a:schemeClr val="bg1"/>
                </a:solidFill>
              </a:defRPr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56391" indent="-176396">
              <a:spcAft>
                <a:spcPts val="1000"/>
              </a:spcAft>
              <a:defRPr baseline="0">
                <a:solidFill>
                  <a:schemeClr val="bg1"/>
                </a:solidFill>
              </a:defRPr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7pPr>
            <a:lvl8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8pPr>
            <a:lvl9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Text Placeholder 8"/>
          <p:cNvSpPr>
            <a:spLocks noGrp="1"/>
          </p:cNvSpPr>
          <p:nvPr>
            <p:ph type="body" sz="quarter" idx="19"/>
          </p:nvPr>
        </p:nvSpPr>
        <p:spPr>
          <a:xfrm>
            <a:off x="3369584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1000"/>
              </a:spcAft>
              <a:buNone/>
              <a:defRPr>
                <a:solidFill>
                  <a:schemeClr val="bg1"/>
                </a:solidFill>
              </a:defRPr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56391" indent="-176396">
              <a:spcAft>
                <a:spcPts val="1000"/>
              </a:spcAft>
              <a:defRPr baseline="0">
                <a:solidFill>
                  <a:schemeClr val="bg1"/>
                </a:solidFill>
              </a:defRPr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7pPr>
            <a:lvl8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8pPr>
            <a:lvl9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Text Placeholder 8"/>
          <p:cNvSpPr>
            <a:spLocks noGrp="1"/>
          </p:cNvSpPr>
          <p:nvPr>
            <p:ph type="body" sz="quarter" idx="20"/>
          </p:nvPr>
        </p:nvSpPr>
        <p:spPr>
          <a:xfrm>
            <a:off x="6235168" y="2556000"/>
            <a:ext cx="2592000" cy="339480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  <a:lvl2pPr>
              <a:spcAft>
                <a:spcPts val="1000"/>
              </a:spcAft>
              <a:defRPr>
                <a:solidFill>
                  <a:schemeClr val="bg1"/>
                </a:solidFill>
              </a:defRPr>
            </a:lvl2pPr>
            <a:lvl3pPr marL="0" indent="0">
              <a:spcAft>
                <a:spcPts val="1000"/>
              </a:spcAft>
              <a:buNone/>
              <a:defRPr>
                <a:solidFill>
                  <a:schemeClr val="bg1"/>
                </a:solidFill>
              </a:defRPr>
            </a:lvl3pPr>
            <a:lvl4pPr marL="176396" indent="-176396">
              <a:spcAft>
                <a:spcPts val="1000"/>
              </a:spcAft>
              <a:buFont typeface="Arial" panose="020B0604020202020204" pitchFamily="34" charset="0"/>
              <a:buChar char="•"/>
              <a:defRPr>
                <a:solidFill>
                  <a:schemeClr val="bg1"/>
                </a:solidFill>
              </a:defRPr>
            </a:lvl4pPr>
            <a:lvl5pPr marL="356391" indent="-176396">
              <a:spcAft>
                <a:spcPts val="1000"/>
              </a:spcAft>
              <a:defRPr baseline="0">
                <a:solidFill>
                  <a:schemeClr val="bg1"/>
                </a:solidFill>
              </a:defRPr>
            </a:lvl5pPr>
            <a:lvl6pPr marL="356391" indent="-176396">
              <a:spcAft>
                <a:spcPts val="1000"/>
              </a:spcAft>
              <a:buFont typeface="Verdana" panose="020B0604030504040204" pitchFamily="34" charset="0"/>
              <a:buChar char="−"/>
              <a:defRPr>
                <a:solidFill>
                  <a:schemeClr val="bg1"/>
                </a:solidFill>
              </a:defRPr>
            </a:lvl6pPr>
            <a:lvl7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7pPr>
            <a:lvl8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8pPr>
            <a:lvl9pPr marL="356391" indent="-176396">
              <a:spcAft>
                <a:spcPts val="1000"/>
              </a:spcAft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0" y="687696"/>
            <a:ext cx="11188701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1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>
                <a:solidFill>
                  <a:schemeClr val="bg1"/>
                </a:solidFill>
              </a:defRPr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4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5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>
                <a:solidFill>
                  <a:schemeClr val="bg1"/>
                </a:solidFill>
              </a:defRPr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1497048168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text with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/>
          <p:cNvSpPr>
            <a:spLocks noGrp="1"/>
          </p:cNvSpPr>
          <p:nvPr>
            <p:ph type="body" sz="quarter" idx="13" hasCustomPrompt="1"/>
          </p:nvPr>
        </p:nvSpPr>
        <p:spPr>
          <a:xfrm>
            <a:off x="501653" y="651603"/>
            <a:ext cx="11188700" cy="757255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buNone/>
              <a:defRPr sz="2000" b="0">
                <a:solidFill>
                  <a:srgbClr val="575757"/>
                </a:solidFill>
              </a:defRPr>
            </a:lvl1pPr>
          </a:lstStyle>
          <a:p>
            <a:pPr lvl="0"/>
            <a:r>
              <a:rPr lang="en-US" noProof="0"/>
              <a:t>Click to add subtitle</a:t>
            </a:r>
          </a:p>
        </p:txBody>
      </p:sp>
      <p:sp>
        <p:nvSpPr>
          <p:cNvPr id="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01653" y="317501"/>
            <a:ext cx="11188700" cy="33410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/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10" name="Text Placeholder 18"/>
          <p:cNvSpPr>
            <a:spLocks noGrp="1"/>
          </p:cNvSpPr>
          <p:nvPr>
            <p:ph idx="1"/>
          </p:nvPr>
        </p:nvSpPr>
        <p:spPr>
          <a:xfrm>
            <a:off x="501653" y="1665290"/>
            <a:ext cx="5594351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1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12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13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2120687372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7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8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426117671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795241"/>
      </p:ext>
    </p:extLst>
  </p:cSld>
  <p:clrMapOvr>
    <a:masterClrMapping/>
  </p:clrMapOvr>
  <p:transition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501652" y="4211955"/>
            <a:ext cx="8528936" cy="2169796"/>
          </a:xfrm>
        </p:spPr>
        <p:txBody>
          <a:bodyPr anchor="b" anchorCtr="0"/>
          <a:lstStyle>
            <a:lvl1pPr>
              <a:lnSpc>
                <a:spcPct val="100000"/>
              </a:lnSpc>
              <a:spcAft>
                <a:spcPts val="600"/>
              </a:spcAft>
              <a:defRPr sz="900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 hasCustomPrompt="1"/>
          </p:nvPr>
        </p:nvSpPr>
        <p:spPr>
          <a:xfrm>
            <a:off x="9370850" y="4211955"/>
            <a:ext cx="2319503" cy="1725448"/>
          </a:xfrm>
        </p:spPr>
        <p:txBody>
          <a:bodyPr anchor="ctr" anchorCtr="0"/>
          <a:lstStyle>
            <a:lvl1pPr algn="ctr">
              <a:defRPr sz="900"/>
            </a:lvl1pPr>
          </a:lstStyle>
          <a:p>
            <a:r>
              <a:rPr lang="en-US" sz="900" noProof="0"/>
              <a:t>Insert sponsorship mark here</a:t>
            </a:r>
            <a:endParaRPr lang="en-US" noProof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5"/>
          </p:nvPr>
        </p:nvSpPr>
        <p:spPr>
          <a:xfrm>
            <a:off x="9370850" y="6018029"/>
            <a:ext cx="2319501" cy="363723"/>
          </a:xfrm>
        </p:spPr>
        <p:txBody>
          <a:bodyPr anchor="b" anchorCtr="0"/>
          <a:lstStyle>
            <a:lvl1pPr>
              <a:lnSpc>
                <a:spcPct val="100000"/>
              </a:lnSpc>
              <a:defRPr sz="951"/>
            </a:lvl1pPr>
          </a:lstStyle>
          <a:p>
            <a:pPr lvl="0"/>
            <a:r>
              <a:rPr lang="en-US" noProof="0"/>
              <a:t>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503988" y="378000"/>
            <a:ext cx="2160000" cy="307976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10" name="Oval 5"/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6"/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Rectangle 7"/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8"/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Rectangle 9"/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5" name="Rectangle 10"/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6" name="Freeform 11"/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7" name="Freeform 12"/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8" name="Freeform 13"/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9" name="Freeform 14"/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3320855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ag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>
          <a:xfrm>
            <a:off x="554143" y="6554192"/>
            <a:ext cx="377092" cy="100156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6253C092-6252-40CA-B52E-02E6E8C37738}" type="slidenum">
              <a:rPr lang="fr-FR" smtClean="0">
                <a:solidFill>
                  <a:prstClr val="black"/>
                </a:solidFill>
              </a:rPr>
              <a:pPr/>
              <a:t>‹#›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15129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© 2021 Deloitte in Tunisia- Document Confidentiel</a:t>
            </a:r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9F69F0-6699-4D89-ADD7-ECD0D75077F0}" type="slidenum">
              <a:rPr lang="fr-FR" smtClean="0"/>
              <a:pPr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150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ags" Target="../tags/tag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2168553724"/>
              </p:ext>
            </p:extLst>
          </p:nvPr>
        </p:nvGraphicFramePr>
        <p:xfrm>
          <a:off x="2121" y="1590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270" imgH="270" progId="TCLayout.ActiveDocument.1">
                  <p:embed/>
                </p:oleObj>
              </mc:Choice>
              <mc:Fallback>
                <p:oleObj name="think-cell Slide" r:id="rId44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2121" y="1590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501654" y="317503"/>
            <a:ext cx="11188700" cy="6921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501653" y="1665290"/>
            <a:ext cx="11188700" cy="4716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01649" y="6477000"/>
            <a:ext cx="5355168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dirty="0"/>
            </a:lvl1pPr>
          </a:lstStyle>
          <a:p>
            <a:pPr>
              <a:spcBef>
                <a:spcPts val="600"/>
              </a:spcBef>
              <a:buSzPct val="100000"/>
            </a:pPr>
            <a:r>
              <a:rPr lang="fr-FR"/>
              <a:t>© 2019 Deloitte SAS. Document Confidentiel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4"/>
          </p:nvPr>
        </p:nvSpPr>
        <p:spPr>
          <a:xfrm>
            <a:off x="11382379" y="6477000"/>
            <a:ext cx="307975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spcBef>
                <a:spcPts val="600"/>
              </a:spcBef>
              <a:buSzPct val="100000"/>
            </a:pPr>
            <a:fld id="{4654C24A-AA93-4318-A7E9-AF587A936244}" type="slidenum">
              <a:rPr lang="fr-FR" smtClean="0"/>
              <a:pPr algn="r">
                <a:spcBef>
                  <a:spcPts val="600"/>
                </a:spcBef>
                <a:buSzPct val="100000"/>
              </a:pPr>
              <a:t>‹#›</a:t>
            </a:fld>
            <a:endParaRPr lang="fr-FR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2"/>
          </p:nvPr>
        </p:nvSpPr>
        <p:spPr>
          <a:xfrm>
            <a:off x="6335184" y="6477000"/>
            <a:ext cx="4896560" cy="10015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>
              <a:defRPr lang="fr-FR" sz="651" smtClean="0"/>
            </a:lvl1pPr>
          </a:lstStyle>
          <a:p>
            <a:pPr algn="r">
              <a:buSzPct val="100000"/>
              <a:buFont typeface="Arial"/>
              <a:buNone/>
            </a:pPr>
            <a:r>
              <a:rPr lang="fr-FR"/>
              <a:t>Masque Deloitte 4:3 pour projection</a:t>
            </a:r>
          </a:p>
        </p:txBody>
      </p:sp>
    </p:spTree>
    <p:extLst>
      <p:ext uri="{BB962C8B-B14F-4D97-AF65-F5344CB8AC3E}">
        <p14:creationId xmlns:p14="http://schemas.microsoft.com/office/powerpoint/2010/main" val="22463457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8" r:id="rId1"/>
    <p:sldLayoutId id="2147483899" r:id="rId2"/>
    <p:sldLayoutId id="2147483900" r:id="rId3"/>
    <p:sldLayoutId id="2147483901" r:id="rId4"/>
    <p:sldLayoutId id="2147483902" r:id="rId5"/>
    <p:sldLayoutId id="2147483903" r:id="rId6"/>
    <p:sldLayoutId id="2147483904" r:id="rId7"/>
    <p:sldLayoutId id="2147483905" r:id="rId8"/>
    <p:sldLayoutId id="2147483906" r:id="rId9"/>
    <p:sldLayoutId id="2147483907" r:id="rId10"/>
    <p:sldLayoutId id="2147483908" r:id="rId11"/>
    <p:sldLayoutId id="2147483909" r:id="rId12"/>
    <p:sldLayoutId id="2147483910" r:id="rId13"/>
    <p:sldLayoutId id="2147483911" r:id="rId14"/>
    <p:sldLayoutId id="2147483912" r:id="rId15"/>
    <p:sldLayoutId id="2147483913" r:id="rId16"/>
    <p:sldLayoutId id="2147483914" r:id="rId17"/>
    <p:sldLayoutId id="2147483915" r:id="rId18"/>
    <p:sldLayoutId id="2147483916" r:id="rId19"/>
    <p:sldLayoutId id="2147483917" r:id="rId20"/>
    <p:sldLayoutId id="2147483918" r:id="rId21"/>
    <p:sldLayoutId id="2147483919" r:id="rId22"/>
    <p:sldLayoutId id="2147483920" r:id="rId23"/>
    <p:sldLayoutId id="2147483921" r:id="rId24"/>
    <p:sldLayoutId id="2147483922" r:id="rId25"/>
    <p:sldLayoutId id="2147483923" r:id="rId26"/>
    <p:sldLayoutId id="2147483924" r:id="rId27"/>
    <p:sldLayoutId id="2147483925" r:id="rId28"/>
    <p:sldLayoutId id="2147483926" r:id="rId29"/>
    <p:sldLayoutId id="2147483927" r:id="rId30"/>
    <p:sldLayoutId id="2147483928" r:id="rId31"/>
    <p:sldLayoutId id="2147483929" r:id="rId32"/>
    <p:sldLayoutId id="2147483930" r:id="rId33"/>
    <p:sldLayoutId id="2147483931" r:id="rId34"/>
    <p:sldLayoutId id="2147483932" r:id="rId35"/>
    <p:sldLayoutId id="2147483933" r:id="rId36"/>
    <p:sldLayoutId id="2147483934" r:id="rId37"/>
    <p:sldLayoutId id="2147483935" r:id="rId38"/>
    <p:sldLayoutId id="2147483936" r:id="rId39"/>
    <p:sldLayoutId id="2147483937" r:id="rId40"/>
    <p:sldLayoutId id="2147484195" r:id="rId41"/>
  </p:sldLayoutIdLst>
  <p:transition>
    <p:fade/>
  </p:transition>
  <p:hf hdr="0"/>
  <p:txStyles>
    <p:titleStyle>
      <a:lvl1pPr algn="l" defTabSz="914377" rtl="0" eaLnBrk="1" latinLnBrk="0" hangingPunct="1">
        <a:spcBef>
          <a:spcPct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spcBef>
          <a:spcPts val="0"/>
        </a:spcBef>
        <a:spcAft>
          <a:spcPts val="1000"/>
        </a:spcAft>
        <a:buSzPct val="100000"/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377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/>
        <a:buNone/>
        <a:defRPr lang="en-US" sz="1200" b="1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176396" indent="-176396" algn="l" defTabSz="914377" rtl="0" eaLnBrk="1" latinLnBrk="0" hangingPunct="1">
        <a:spcBef>
          <a:spcPts val="0"/>
        </a:spcBef>
        <a:spcAft>
          <a:spcPts val="1000"/>
        </a:spcAft>
        <a:buClrTx/>
        <a:buSzPct val="100000"/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356391" indent="-176396" algn="l" defTabSz="914377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532787" indent="-176396" algn="l" defTabSz="798493" rtl="0" eaLnBrk="1" latinLnBrk="0" hangingPunct="1">
        <a:spcBef>
          <a:spcPts val="0"/>
        </a:spcBef>
        <a:spcAft>
          <a:spcPts val="1000"/>
        </a:spcAft>
        <a:buClrTx/>
        <a:buSzPct val="100000"/>
        <a:buFont typeface="Verdana" panose="020B0604030504040204" pitchFamily="34" charset="0"/>
        <a:buChar char="−"/>
        <a:tabLst/>
        <a:defRPr lang="en-US" sz="1200" kern="1200" baseline="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532787" indent="-176396" algn="l" defTabSz="914377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532787" indent="-176396" algn="l" defTabSz="914377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532787" indent="-176396" algn="l" defTabSz="914377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532787" indent="-176396" algn="l" defTabSz="914377" rtl="0" eaLnBrk="1" latinLnBrk="0" hangingPunct="1">
        <a:spcBef>
          <a:spcPts val="0"/>
        </a:spcBef>
        <a:spcAft>
          <a:spcPts val="1000"/>
        </a:spcAft>
        <a:buFont typeface="Verdana" panose="020B0604030504040204" pitchFamily="34" charset="0"/>
        <a:buChar char="−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12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orient="horz" pos="4020">
          <p15:clr>
            <a:srgbClr val="F26B43"/>
          </p15:clr>
        </p15:guide>
        <p15:guide id="4" pos="316">
          <p15:clr>
            <a:srgbClr val="F26B43"/>
          </p15:clr>
        </p15:guide>
        <p15:guide id="5" pos="7364">
          <p15:clr>
            <a:srgbClr val="F26B43"/>
          </p15:clr>
        </p15:guide>
        <p15:guide id="6" orient="horz" pos="1071">
          <p15:clr>
            <a:srgbClr val="F26B43"/>
          </p15:clr>
        </p15:guide>
        <p15:guide id="7" orient="horz" pos="200">
          <p15:clr>
            <a:srgbClr val="F26B43"/>
          </p15:clr>
        </p15:guide>
        <p15:guide id="8" orient="horz" pos="4080">
          <p15:clr>
            <a:srgbClr val="F26B43"/>
          </p15:clr>
        </p15:guide>
        <p15:guide id="10" pos="4961">
          <p15:clr>
            <a:srgbClr val="F26B43"/>
          </p15:clr>
        </p15:guide>
        <p15:guide id="11" orient="horz" pos="236">
          <p15:clr>
            <a:srgbClr val="F26B43"/>
          </p15:clr>
        </p15:guide>
        <p15:guide id="12" pos="1363">
          <p15:clr>
            <a:srgbClr val="F26B43"/>
          </p15:clr>
        </p15:guide>
        <p15:guide id="13" pos="1516">
          <p15:clr>
            <a:srgbClr val="F26B43"/>
          </p15:clr>
        </p15:guide>
        <p15:guide id="14" pos="2560">
          <p15:clr>
            <a:srgbClr val="F26B43"/>
          </p15:clr>
        </p15:guide>
        <p15:guide id="15" pos="2711">
          <p15:clr>
            <a:srgbClr val="F26B43"/>
          </p15:clr>
        </p15:guide>
        <p15:guide id="16" pos="6160">
          <p15:clr>
            <a:srgbClr val="F26B43"/>
          </p15:clr>
        </p15:guide>
        <p15:guide id="17" pos="3764">
          <p15:clr>
            <a:srgbClr val="F26B43"/>
          </p15:clr>
        </p15:guide>
        <p15:guide id="18" pos="3916">
          <p15:clr>
            <a:srgbClr val="F26B43"/>
          </p15:clr>
        </p15:guide>
        <p15:guide id="19" pos="3840">
          <p15:clr>
            <a:srgbClr val="F26B43"/>
          </p15:clr>
        </p15:guide>
        <p15:guide id="20" pos="6312">
          <p15:clr>
            <a:srgbClr val="F26B43"/>
          </p15:clr>
        </p15:guide>
        <p15:guide id="21" orient="horz" pos="1049">
          <p15:clr>
            <a:srgbClr val="F26B43"/>
          </p15:clr>
        </p15:guide>
        <p15:guide id="22" orient="horz" pos="6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1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078C2-BF8F-EA34-D5DE-DAC5D976A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8DD31D5-A684-C86A-9F49-2124DA382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29F69F0-6699-4D89-ADD7-ECD0D75077F0}" type="slidenum">
              <a:rPr kumimoji="0" lang="fr-FR" sz="651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Verdana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6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Verdana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8D9972-2079-52F7-5EBE-9BFC9629C8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3320" y="204915"/>
            <a:ext cx="725824" cy="725824"/>
          </a:xfrm>
          <a:prstGeom prst="rect">
            <a:avLst/>
          </a:prstGeom>
        </p:spPr>
      </p:pic>
      <p:pic>
        <p:nvPicPr>
          <p:cNvPr id="3" name="Picture 4" descr="RÃ©sultat de recherche d'images pour &quot;tunisian flag&quot;">
            <a:extLst>
              <a:ext uri="{FF2B5EF4-FFF2-40B4-BE49-F238E27FC236}">
                <a16:creationId xmlns:a16="http://schemas.microsoft.com/office/drawing/2014/main" id="{F8C2C7E1-8348-C8EC-BEDA-5DA2159A7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1497" y="365054"/>
            <a:ext cx="698294" cy="46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RÃ©sultat de recherche d'images pour &quot;usa flag&quot;">
            <a:extLst>
              <a:ext uri="{FF2B5EF4-FFF2-40B4-BE49-F238E27FC236}">
                <a16:creationId xmlns:a16="http://schemas.microsoft.com/office/drawing/2014/main" id="{BD471108-9B15-439B-B757-22F5A54046D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608"/>
          <a:stretch/>
        </p:blipFill>
        <p:spPr bwMode="auto">
          <a:xfrm>
            <a:off x="467349" y="365054"/>
            <a:ext cx="720609" cy="465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5257797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3_Theme Deloitte 2019">
  <a:themeElements>
    <a:clrScheme name="Deloitte color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86BC25"/>
      </a:accent1>
      <a:accent2>
        <a:srgbClr val="046A38"/>
      </a:accent2>
      <a:accent3>
        <a:srgbClr val="62B5E5"/>
      </a:accent3>
      <a:accent4>
        <a:srgbClr val="012169"/>
      </a:accent4>
      <a:accent5>
        <a:srgbClr val="0097A9"/>
      </a:accent5>
      <a:accent6>
        <a:srgbClr val="75787B"/>
      </a:accent6>
      <a:hlink>
        <a:srgbClr val="00A3E0"/>
      </a:hlink>
      <a:folHlink>
        <a:srgbClr val="954F72"/>
      </a:folHlink>
    </a:clrScheme>
    <a:fontScheme name="Deloitte Powerpoint fon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7">
      <a:srgbClr val="2C5234"/>
    </a:custClr>
    <a:custClr name="Green 6">
      <a:srgbClr val="046A38"/>
    </a:custClr>
    <a:custClr name="Green 5">
      <a:srgbClr val="009A44"/>
    </a:custClr>
    <a:custClr name="Green 4">
      <a:srgbClr val="43B02A"/>
    </a:custClr>
    <a:custClr name="Deloitte Green">
      <a:srgbClr val="86BC25"/>
    </a:custClr>
    <a:custClr name="Green 2">
      <a:srgbClr val="C4D600"/>
    </a:custClr>
    <a:custClr name="Green 1">
      <a:srgbClr val="E3E48D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White">
      <a:srgbClr val="FFFFFF"/>
    </a:custClr>
    <a:custClr name="Black">
      <a:srgbClr val="000000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Theme Deloitte 2019" id="{D88CED9D-6A69-4DC9-930B-923E15467D97}" vid="{84CCB250-BDED-47FE-B8F6-809C47676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F5C37271D23B743AEEB58ACBE727BEE" ma:contentTypeVersion="11" ma:contentTypeDescription="Create a new document." ma:contentTypeScope="" ma:versionID="1544c7e021c0451550adeea711abfe74">
  <xsd:schema xmlns:xsd="http://www.w3.org/2001/XMLSchema" xmlns:xs="http://www.w3.org/2001/XMLSchema" xmlns:p="http://schemas.microsoft.com/office/2006/metadata/properties" xmlns:ns2="8d62992f-a2e3-4e1f-a7c8-07fece92e4d6" xmlns:ns3="0a1bbbe4-5172-42f9-af4f-e97a88fbddab" targetNamespace="http://schemas.microsoft.com/office/2006/metadata/properties" ma:root="true" ma:fieldsID="f917c6aa4c58c55ca5b0c55bf683c625" ns2:_="" ns3:_="">
    <xsd:import namespace="8d62992f-a2e3-4e1f-a7c8-07fece92e4d6"/>
    <xsd:import namespace="0a1bbbe4-5172-42f9-af4f-e97a88fbdd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d62992f-a2e3-4e1f-a7c8-07fece92e4d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98d900d-0589-4081-96eb-513de833a50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1bbbe4-5172-42f9-af4f-e97a88fbdda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b2ab880-b3e1-48f6-bfa7-c7e9015329e6}" ma:internalName="TaxCatchAll" ma:showField="CatchAllData" ma:web="0a1bbbe4-5172-42f9-af4f-e97a88fbdd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d62992f-a2e3-4e1f-a7c8-07fece92e4d6">
      <Terms xmlns="http://schemas.microsoft.com/office/infopath/2007/PartnerControls"/>
    </lcf76f155ced4ddcb4097134ff3c332f>
    <TaxCatchAll xmlns="0a1bbbe4-5172-42f9-af4f-e97a88fbddab" xsi:nil="true"/>
  </documentManagement>
</p:properties>
</file>

<file path=customXml/itemProps1.xml><?xml version="1.0" encoding="utf-8"?>
<ds:datastoreItem xmlns:ds="http://schemas.openxmlformats.org/officeDocument/2006/customXml" ds:itemID="{1875AF7B-6B9F-48B7-A101-45A1EB2963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d62992f-a2e3-4e1f-a7c8-07fece92e4d6"/>
    <ds:schemaRef ds:uri="0a1bbbe4-5172-42f9-af4f-e97a88fbdd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0E5052E-125B-4444-A9FD-42A86CE614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F8C1E37-F57C-4682-8636-FD2AD8AEE679}">
  <ds:schemaRefs>
    <ds:schemaRef ds:uri="http://purl.org/dc/terms/"/>
    <ds:schemaRef ds:uri="http://schemas.openxmlformats.org/package/2006/metadata/core-properties"/>
    <ds:schemaRef ds:uri="http://www.w3.org/XML/1998/namespace"/>
    <ds:schemaRef ds:uri="8d62992f-a2e3-4e1f-a7c8-07fece92e4d6"/>
    <ds:schemaRef ds:uri="http://schemas.microsoft.com/office/2006/documentManagement/types"/>
    <ds:schemaRef ds:uri="http://purl.org/dc/dcmitype/"/>
    <ds:schemaRef ds:uri="0a1bbbe4-5172-42f9-af4f-e97a88fbddab"/>
    <ds:schemaRef ds:uri="http://purl.org/dc/elements/1.1/"/>
    <ds:schemaRef ds:uri="http://schemas.microsoft.com/office/infopath/2007/PartnerControls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2959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Verdana</vt:lpstr>
      <vt:lpstr>3_Theme Deloitte 2019</vt:lpstr>
      <vt:lpstr>think-cell Slide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Aridhi, Alaa</dc:creator>
  <cp:lastModifiedBy>Mrabet, Eya</cp:lastModifiedBy>
  <cp:revision>6</cp:revision>
  <dcterms:created xsi:type="dcterms:W3CDTF">2021-02-02T10:25:42Z</dcterms:created>
  <dcterms:modified xsi:type="dcterms:W3CDTF">2026-05-25T14:31:53Z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2021-05-27T06:07:32Z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d7e00d09-8052-48fd-9cea-0dc20edc1528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0x0101003F5C37271D23B743AEEB58ACBE727BEE</vt:lpwstr>
  </property>
  <property fmtid="{D5CDD505-2E9C-101B-9397-08002B2CF9AE}" pid="10" name="Order">
    <vt:r8>7700</vt:r8>
  </property>
  <property fmtid="{D5CDD505-2E9C-101B-9397-08002B2CF9AE}" pid="11" name="xd_Signature">
    <vt:bool>false</vt:bool>
  </property>
  <property fmtid="{D5CDD505-2E9C-101B-9397-08002B2CF9AE}" pid="12" name="xd_ProgID">
    <vt:lpwstr/>
  </property>
  <property fmtid="{D5CDD505-2E9C-101B-9397-08002B2CF9AE}" pid="13" name="ComplianceAssetId">
    <vt:lpwstr/>
  </property>
  <property fmtid="{D5CDD505-2E9C-101B-9397-08002B2CF9AE}" pid="14" name="TemplateUrl">
    <vt:lpwstr/>
  </property>
  <property fmtid="{D5CDD505-2E9C-101B-9397-08002B2CF9AE}" pid="15" name="_ExtendedDescription">
    <vt:lpwstr/>
  </property>
  <property fmtid="{D5CDD505-2E9C-101B-9397-08002B2CF9AE}" pid="16" name="TriggerFlowInfo">
    <vt:lpwstr/>
  </property>
  <property fmtid="{D5CDD505-2E9C-101B-9397-08002B2CF9AE}" pid="17" name="MediaServiceImageTags">
    <vt:lpwstr/>
  </property>
</Properties>
</file>